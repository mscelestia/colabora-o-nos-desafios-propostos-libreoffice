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 de Conversão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Points → Reais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Guia Completo de Instalação e Uso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O Que É Esta Macro?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46304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Uma ferramenta que </a:t>
            </a:r>
            <a:pPr algn="l" indent="0" marL="0">
              <a:buNone/>
            </a:pPr>
            <a:r>
              <a:rPr lang="en-US" sz="1800" b="1" dirty="0">
                <a:solidFill>
                  <a:srgbClr val="2C3E50"/>
                </a:solidFill>
              </a:rPr>
              <a:t>converte automaticamente </a:t>
            </a:r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Riot Points (RP) para Reais (R$) </a:t>
            </a:r>
            <a:pPr algn="l"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e vice-versa diretamente no LibreOffice Calc!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2C3E50"/>
                </a:solidFill>
              </a:rPr>
              <a:t>✨ Ideal para calcular o valor de contas de League of Legends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Exemplo: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3931920"/>
            <a:ext cx="274320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=RP_PARA_REAL(650)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0" y="39319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029200" y="3931920"/>
            <a:ext cx="2743200" cy="6400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4023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R$ 24,90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Baixe o Arquivo da Macro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371600"/>
            <a:ext cx="64008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16459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</a:rPr>
              <a:t>📥  Baixe o arquivo  conversao_rp.bas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solidFill>
            <a:srgbClr val="FFF9E6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301752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💡 Dica: 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Salve o arquivo em um local fácil de encontrar, como a </a:t>
            </a:r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Área de Trabalho 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ou </a:t>
            </a:r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</a:rPr>
              <a:t>pasta Downloads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Instalação - Opção A (Mais Fácil) ⭐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Abra o LibreOffice Calc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7373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1737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Vá em: Ferramentas → Macros → Organizar Macros → LibreOffice Basic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1945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194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Clique no botão 'Importar...' (fica embaixo)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2651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Selecione o arquivo conversao_rp.bas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88720" y="3108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Clique em 'OK' na janela de confirmação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3566160"/>
            <a:ext cx="320040" cy="3200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188720" y="3566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Pronto! Macro instalada ✅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Teste se Funcionou!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1371600"/>
            <a:ext cx="6400800" cy="1645920"/>
          </a:xfrm>
          <a:prstGeom prst="rect">
            <a:avLst/>
          </a:prstGeom>
          <a:solidFill>
            <a:srgbClr val="FFFFFF"/>
          </a:solidFill>
          <a:ln w="381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0" y="16459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1. 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Clique em qualquer célula vazia (ex: A1)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2. 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Digite: </a:t>
            </a:r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=RP_PARA_REAL(650)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3. 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</a:rPr>
              <a:t>Aperte Enter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28800" y="3291840"/>
            <a:ext cx="548640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6"/>
          <p:cNvSpPr/>
          <p:nvPr/>
        </p:nvSpPr>
        <p:spPr>
          <a:xfrm>
            <a:off x="210312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✅ Se aparecer </a:t>
            </a:r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24.9</a:t>
            </a:r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</a:rPr>
              <a:t> = SUCESSO! 🎉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Funções Disponíveis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1️⃣  RP_PARA_REAL(valor)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Converte Riot Points para Reais     Ex: =RP_PARA_REAL(1380) → R$ 52,85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2️⃣  REAL_PARA_RP(valor)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Converte Reais para Riot Points     Ex: =REAL_PARA_RP(100) → 2611 RP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3️⃣  CONVERTER_RP(valor; "destino")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846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Converte escolhendo destino     Ex: =CONVERTER_RP(650; "R$") → R$ 24,90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Exemplo Prático: Calculando Valor de uma Conta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371600"/>
          <a:ext cx="6949440" cy="27432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R$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Épica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=RP_PARA_REAL(B2)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R$ 69,71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Lendária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=RP_PARA_REAL(B3)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Campeões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=RP_PARA_REAL(B4)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R$ 298,74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 de Batalha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=RP_PARA_REAL(B5)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R$ 63,20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R$ 556,13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59669"/>
                </a:solidFill>
              </a:rPr>
              <a:t>💰 Conta vale aproximadamente R$ 556,13!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Dicas Úteis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463040" y="1417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Use em qualquer célula: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As fórmulas funcionam em todas as planilhas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46304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Aceita decimais: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=RP_PARA_REAL(650.5) funciona perfeitamente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46304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Formatação em moeda: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Selecione as células → Formatar Células → Moeda → R$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463040" y="4160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Números negativos: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São automaticamente convertidos para 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🆘 Problemas Comuns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"/>
            <a:ext cx="731520" cy="731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508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❌ Aparece #NOME? na célula</a:t>
            </a:r>
            <a:endParaRPr lang="en-US" sz="18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Solução: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A macro não foi instalada corretamente. Volte ao Passo 2 e reinstale.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560320"/>
            <a:ext cx="7863840" cy="109728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⚠️ Valor diferente do esperado</a:t>
            </a:r>
            <a:endParaRPr lang="en-US" sz="18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</a:rPr>
              <a:t>Solução: </a:t>
            </a:r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Os preços da Riot podem ter mudado. A taxa atual é baseada em 650 RP = R$ 24,90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96167"/>
                </a:solidFill>
              </a:rPr>
              <a:t>💬 Preciso de ajuda adicional?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</a:rPr>
              <a:t>Consulte o arquivo LEIA-ME-DIDATICO.md com instruções detalhadas!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097280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 para Usar!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Agora você pode calcular valores de RP rapidamente! 🎮💰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✨ Use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=RP_PARA_REAL(valor) 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para converter RP → R$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✨ Use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=REAL_PARA_RP(valor) 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para converter R$ → RP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de Instalação - Macro RP → R$</dc:title>
  <dc:subject>PptxGenJS Presentation</dc:subject>
  <dc:creator>Macro RP Converter</dc:creator>
  <cp:lastModifiedBy>Macro RP Converter</cp:lastModifiedBy>
  <cp:revision>1</cp:revision>
  <dcterms:created xsi:type="dcterms:W3CDTF">2026-01-29T12:49:26Z</dcterms:created>
  <dcterms:modified xsi:type="dcterms:W3CDTF">2026-01-29T12:49:26Z</dcterms:modified>
</cp:coreProperties>
</file>